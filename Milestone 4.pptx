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rmorant Garamond Bold" charset="1" panose="00000800000000000000"/>
      <p:regular r:id="rId16"/>
    </p:embeddedFont>
    <p:embeddedFont>
      <p:font typeface="Cormorant Garamond Italics" charset="1" panose="00000500000000000000"/>
      <p:regular r:id="rId17"/>
    </p:embeddedFont>
    <p:embeddedFont>
      <p:font typeface="Cormorant Garamond" charset="1" panose="00000500000000000000"/>
      <p:regular r:id="rId18"/>
    </p:embeddedFont>
    <p:embeddedFont>
      <p:font typeface="Cormorant Garamond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5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09306"/>
            <a:ext cx="12939122" cy="10845337"/>
          </a:xfrm>
          <a:custGeom>
            <a:avLst/>
            <a:gdLst/>
            <a:ahLst/>
            <a:cxnLst/>
            <a:rect r="r" b="b" t="t" l="l"/>
            <a:pathLst>
              <a:path h="10845337" w="12939122">
                <a:moveTo>
                  <a:pt x="0" y="0"/>
                </a:moveTo>
                <a:lnTo>
                  <a:pt x="12939122" y="0"/>
                </a:lnTo>
                <a:lnTo>
                  <a:pt x="12939122" y="10845337"/>
                </a:lnTo>
                <a:lnTo>
                  <a:pt x="0" y="1084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8964" y="2252372"/>
            <a:ext cx="10978594" cy="6839020"/>
            <a:chOff x="0" y="0"/>
            <a:chExt cx="14638125" cy="91186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33375"/>
              <a:ext cx="14638125" cy="7591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12000" b="true">
                  <a:solidFill>
                    <a:srgbClr val="975030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SMART HOSTEL</a:t>
              </a:r>
            </a:p>
            <a:p>
              <a:pPr algn="l">
                <a:lnSpc>
                  <a:spcPts val="10800"/>
                </a:lnSpc>
              </a:pPr>
              <a:r>
                <a:rPr lang="en-US" sz="12000" b="true">
                  <a:solidFill>
                    <a:srgbClr val="975030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ENERGY</a:t>
              </a:r>
            </a:p>
            <a:p>
              <a:pPr algn="l">
                <a:lnSpc>
                  <a:spcPts val="10800"/>
                </a:lnSpc>
              </a:pPr>
              <a:r>
                <a:rPr lang="en-US" sz="12000" b="true">
                  <a:solidFill>
                    <a:srgbClr val="975030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MANAGEMENT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455958"/>
              <a:ext cx="12257155" cy="662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i="true">
                  <a:solidFill>
                    <a:srgbClr val="141414"/>
                  </a:solidFill>
                  <a:latin typeface="Cormorant Garamond Italics"/>
                  <a:ea typeface="Cormorant Garamond Italics"/>
                  <a:cs typeface="Cormorant Garamond Italics"/>
                  <a:sym typeface="Cormorant Garamond Italics"/>
                </a:rPr>
                <a:t>by Bharathi Selvaraj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975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-1660199" y="2117727"/>
            <a:ext cx="10152640" cy="6185905"/>
          </a:xfrm>
          <a:prstGeom prst="rect">
            <a:avLst/>
          </a:prstGeom>
          <a:solidFill>
            <a:srgbClr val="C96C2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018984" y="133350"/>
            <a:ext cx="1326901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modules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19321" y="1327150"/>
            <a:ext cx="5793600" cy="7310467"/>
            <a:chOff x="0" y="0"/>
            <a:chExt cx="7724801" cy="974728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53317"/>
              <a:ext cx="7724801" cy="849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The Smart Home Energy Management System (SHEMS) is a Java-powered web platform that helps monitor, analyze, and manage energy usage within a household.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It continuously observes the electricity consumption of various devices, estimates upcoming usage patterns, and offers guidance to lower overall power costs.</a:t>
              </a: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SHEMS includes an interactive dashboard that displays live energy data, highlights peak consumption periods, provides cost projections, and delivers practical tips for improving energy efficiency.</a:t>
              </a: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7724801" cy="84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  <a:r>
                <a:rPr lang="en-US" sz="3800" i="true" spc="76">
                  <a:solidFill>
                    <a:srgbClr val="FFF9F7"/>
                  </a:solidFill>
                  <a:latin typeface="Cormorant Garamond Italics"/>
                  <a:ea typeface="Cormorant Garamond Italics"/>
                  <a:cs typeface="Cormorant Garamond Italics"/>
                  <a:sym typeface="Cormorant Garamond Italics"/>
                </a:rPr>
                <a:t>what is SHEMS?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2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6884008" y="1327150"/>
            <a:ext cx="4593333" cy="2702439"/>
          </a:xfrm>
          <a:prstGeom prst="rect">
            <a:avLst/>
          </a:prstGeom>
          <a:solidFill>
            <a:srgbClr val="FFF9F7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6962675" y="345789"/>
            <a:ext cx="4514665" cy="4110066"/>
            <a:chOff x="0" y="0"/>
            <a:chExt cx="6019554" cy="54800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253317"/>
              <a:ext cx="6019554" cy="4226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97503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Module 1: Authentication and Role Management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97503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- Main Classes: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97503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 1. UserAuthController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97503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 2. AuthService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975030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 3. UserRepository</a:t>
              </a:r>
            </a:p>
            <a:p>
              <a:pPr algn="ctr">
                <a:lnSpc>
                  <a:spcPts val="364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6019554" cy="843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6847334" y="7453569"/>
            <a:ext cx="4593333" cy="2833431"/>
          </a:xfrm>
          <a:prstGeom prst="rect">
            <a:avLst/>
          </a:prstGeom>
          <a:solidFill>
            <a:srgbClr val="FFF9F7"/>
          </a:solidFill>
        </p:spPr>
      </p:sp>
      <p:sp>
        <p:nvSpPr>
          <p:cNvPr name="AutoShape 13" id="13"/>
          <p:cNvSpPr/>
          <p:nvPr/>
        </p:nvSpPr>
        <p:spPr>
          <a:xfrm rot="0">
            <a:off x="12588135" y="4455856"/>
            <a:ext cx="4593333" cy="2702439"/>
          </a:xfrm>
          <a:prstGeom prst="rect">
            <a:avLst/>
          </a:prstGeom>
          <a:solidFill>
            <a:srgbClr val="FFF9F7"/>
          </a:solidFill>
        </p:spPr>
      </p:sp>
      <p:sp>
        <p:nvSpPr>
          <p:cNvPr name="AutoShape 14" id="14"/>
          <p:cNvSpPr/>
          <p:nvPr/>
        </p:nvSpPr>
        <p:spPr>
          <a:xfrm rot="0">
            <a:off x="6847334" y="4455856"/>
            <a:ext cx="4593333" cy="2702439"/>
          </a:xfrm>
          <a:prstGeom prst="rect">
            <a:avLst/>
          </a:prstGeom>
          <a:solidFill>
            <a:srgbClr val="FFF9F7"/>
          </a:solidFill>
        </p:spPr>
      </p:sp>
      <p:sp>
        <p:nvSpPr>
          <p:cNvPr name="AutoShape 15" id="15"/>
          <p:cNvSpPr/>
          <p:nvPr/>
        </p:nvSpPr>
        <p:spPr>
          <a:xfrm rot="0">
            <a:off x="12588135" y="1327150"/>
            <a:ext cx="4593333" cy="2702439"/>
          </a:xfrm>
          <a:prstGeom prst="rect">
            <a:avLst/>
          </a:prstGeom>
          <a:solidFill>
            <a:srgbClr val="FFF9F7"/>
          </a:solidFill>
        </p:spPr>
      </p:sp>
      <p:sp>
        <p:nvSpPr>
          <p:cNvPr name="AutoShape 16" id="16"/>
          <p:cNvSpPr/>
          <p:nvPr/>
        </p:nvSpPr>
        <p:spPr>
          <a:xfrm rot="0">
            <a:off x="12665967" y="7453569"/>
            <a:ext cx="4593333" cy="2833431"/>
          </a:xfrm>
          <a:prstGeom prst="rect">
            <a:avLst/>
          </a:prstGeom>
          <a:solidFill>
            <a:srgbClr val="FFF9F7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2522230" y="1490111"/>
            <a:ext cx="4659238" cy="242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Smart Device Management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- Main Classes: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1. Device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2. DeviceController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3. DeviceService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2">
                <a:solidFill>
                  <a:srgbClr val="97503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4. DeviceRepository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11994" y="4417756"/>
            <a:ext cx="3616028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Real Time Energy Tracking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- Main Classes: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1. UsageLog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2. EnergyTrackingController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3. EnergyTrackingService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4. UsageRepository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9555" y="4496314"/>
            <a:ext cx="2884587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Analytics Dashboard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- Main Classes: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1. AnalyticsController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2. AnalyticsService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3. ChartGenerator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4. AnalyticsRepository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41995" y="7405944"/>
            <a:ext cx="3357662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Scheduling and Automation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- Main Classes: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1. Schedule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2. SchedulerController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3. SchedulerService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4. NotificationService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5. SchedulerRepository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58569" y="7546975"/>
            <a:ext cx="3852466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Recommendation System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- Main Classes: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1. Recommendation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2. RecommendationController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3. RecommendationService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803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66578"/>
            <a:ext cx="6685563" cy="702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Handles secure user login and registration through UserAuthController</a:t>
            </a: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Validates user credentials using AuthService</a:t>
            </a: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Enforces role-based access control before system usage</a:t>
            </a: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Stores and retrieves user details via UserRepository</a:t>
            </a: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Separates responsibilities using Controller–Service–Repository layers</a:t>
            </a:r>
          </a:p>
          <a:p>
            <a:pPr algn="l" marL="618448" indent="-309224" lvl="1">
              <a:lnSpc>
                <a:spcPts val="4010"/>
              </a:lnSpc>
              <a:buAutoNum type="arabicPeriod" startAt="1"/>
            </a:pPr>
            <a:r>
              <a:rPr lang="en-US" sz="2864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Ensures only authorized users can access system features</a:t>
            </a:r>
          </a:p>
          <a:p>
            <a:pPr algn="l">
              <a:lnSpc>
                <a:spcPts val="386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12662" y="1343798"/>
            <a:ext cx="6301600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i="true" spc="76">
                <a:solidFill>
                  <a:srgbClr val="FFF9F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FEATURES OF MODULE 1: AUTHENTICATION &amp; ROLE MANAGEMENT</a:t>
            </a:r>
            <a:r>
              <a:rPr lang="en-US" sz="3800" i="true" spc="76">
                <a:solidFill>
                  <a:srgbClr val="FFF9F7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35540" y="1316321"/>
            <a:ext cx="6685563" cy="8321108"/>
            <a:chOff x="0" y="0"/>
            <a:chExt cx="8914084" cy="110948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370157"/>
              <a:ext cx="8914084" cy="7724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M</a:t>
              </a: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anages all smart home devices using the Device model</a:t>
              </a:r>
            </a:p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Accepts device control requests through DeviceController</a:t>
              </a:r>
            </a:p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App</a:t>
              </a: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lies business logic in DeviceService</a:t>
              </a:r>
            </a:p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Updates and stores device data using DeviceRepository</a:t>
              </a:r>
            </a:p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M</a:t>
              </a: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aintains real-time device status (ON / OFF)</a:t>
              </a:r>
            </a:p>
            <a:p>
              <a:pPr algn="l" marL="595544" indent="-297772" lvl="1">
                <a:lnSpc>
                  <a:spcPts val="3861"/>
                </a:lnSpc>
                <a:buAutoNum type="arabicPeriod" startAt="1"/>
              </a:pP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I</a:t>
              </a:r>
              <a:r>
                <a:rPr lang="en-US" sz="2758">
                  <a:solidFill>
                    <a:srgbClr val="FFF9F7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ntegrates with Module 1 for secure device access</a:t>
              </a:r>
            </a:p>
            <a:p>
              <a:pPr algn="l">
                <a:lnSpc>
                  <a:spcPts val="386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8402134" cy="3503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0"/>
                </a:lnSpc>
              </a:pPr>
              <a:r>
                <a:rPr lang="en-US" sz="3800" i="true" spc="76">
                  <a:solidFill>
                    <a:srgbClr val="FFF9F7"/>
                  </a:solidFill>
                  <a:latin typeface="Cormorant Garamond Italics"/>
                  <a:ea typeface="Cormorant Garamond Italics"/>
                  <a:cs typeface="Cormorant Garamond Italics"/>
                  <a:sym typeface="Cormorant Garamond Italics"/>
                </a:rPr>
                <a:t>FEATURES OF MODULE 2: SMART DEVICE MANAGEMENT</a:t>
              </a:r>
            </a:p>
            <a:p>
              <a:pPr algn="l">
                <a:lnSpc>
                  <a:spcPts val="53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803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03F2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3044" y="1115027"/>
            <a:ext cx="7822775" cy="86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FEATURES OF MODULE 3 – REAL-TIME ENERGY TRACKING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📊 UsageLog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Stores device-wise energy usage data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Maintains timestamp and power consumption details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⚙️ EnergyTrackingService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Calculates energy usage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Applies business logic before saving data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🎮 EnergyTrackingController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Handles energy tracking requests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Logs usage when device state changes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🗄️ UsageRepository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Saves and retrieves energy usage records</a:t>
            </a:r>
          </a:p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3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Ensures data consistency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74803" y="1115694"/>
            <a:ext cx="7474997" cy="867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FEATURES OF MODULE 4 – ANALYTICS DASHBOARD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📊 Energy Usage Analysis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Calculates total, daily, and monthly energy consumption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📈 Trend Visualization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Displays usage trends using charts and graphs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💰 Cost Estimation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Estimates electricity cost based on energy usage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🏢 High Consumption Identification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Identifies rooms or devices with high energy usage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🔐 Secure Access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Provides analytics access only to authorized admins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3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65640" y="0"/>
            <a:ext cx="7109561" cy="6088230"/>
          </a:xfrm>
          <a:custGeom>
            <a:avLst/>
            <a:gdLst/>
            <a:ahLst/>
            <a:cxnLst/>
            <a:rect r="r" b="b" t="t" l="l"/>
            <a:pathLst>
              <a:path h="6088230" w="7109561">
                <a:moveTo>
                  <a:pt x="0" y="0"/>
                </a:moveTo>
                <a:lnTo>
                  <a:pt x="7109561" y="0"/>
                </a:lnTo>
                <a:lnTo>
                  <a:pt x="7109561" y="6088230"/>
                </a:lnTo>
                <a:lnTo>
                  <a:pt x="0" y="608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8205" y="0"/>
            <a:ext cx="7007074" cy="6183743"/>
          </a:xfrm>
          <a:custGeom>
            <a:avLst/>
            <a:gdLst/>
            <a:ahLst/>
            <a:cxnLst/>
            <a:rect r="r" b="b" t="t" l="l"/>
            <a:pathLst>
              <a:path h="6183743" w="7007074">
                <a:moveTo>
                  <a:pt x="0" y="0"/>
                </a:moveTo>
                <a:lnTo>
                  <a:pt x="7007074" y="0"/>
                </a:lnTo>
                <a:lnTo>
                  <a:pt x="7007074" y="6183743"/>
                </a:lnTo>
                <a:lnTo>
                  <a:pt x="0" y="6183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8869" y="0"/>
            <a:ext cx="6285417" cy="6225556"/>
          </a:xfrm>
          <a:custGeom>
            <a:avLst/>
            <a:gdLst/>
            <a:ahLst/>
            <a:cxnLst/>
            <a:rect r="r" b="b" t="t" l="l"/>
            <a:pathLst>
              <a:path h="6225556" w="6285417">
                <a:moveTo>
                  <a:pt x="0" y="0"/>
                </a:moveTo>
                <a:lnTo>
                  <a:pt x="6285417" y="0"/>
                </a:lnTo>
                <a:lnTo>
                  <a:pt x="6285417" y="6225556"/>
                </a:lnTo>
                <a:lnTo>
                  <a:pt x="0" y="6225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31142" y="6519736"/>
            <a:ext cx="3028625" cy="114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8"/>
              </a:lnSpc>
              <a:spcBef>
                <a:spcPct val="0"/>
              </a:spcBef>
            </a:pPr>
            <a:r>
              <a:rPr lang="en-US" sz="6856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module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3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6732" y="0"/>
            <a:ext cx="7220952" cy="6337409"/>
          </a:xfrm>
          <a:custGeom>
            <a:avLst/>
            <a:gdLst/>
            <a:ahLst/>
            <a:cxnLst/>
            <a:rect r="r" b="b" t="t" l="l"/>
            <a:pathLst>
              <a:path h="6337409" w="7220952">
                <a:moveTo>
                  <a:pt x="0" y="0"/>
                </a:moveTo>
                <a:lnTo>
                  <a:pt x="7220952" y="0"/>
                </a:lnTo>
                <a:lnTo>
                  <a:pt x="7220952" y="6337409"/>
                </a:lnTo>
                <a:lnTo>
                  <a:pt x="0" y="6337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00110" y="57940"/>
            <a:ext cx="6976267" cy="6279469"/>
          </a:xfrm>
          <a:custGeom>
            <a:avLst/>
            <a:gdLst/>
            <a:ahLst/>
            <a:cxnLst/>
            <a:rect r="r" b="b" t="t" l="l"/>
            <a:pathLst>
              <a:path h="6279469" w="6976267">
                <a:moveTo>
                  <a:pt x="0" y="0"/>
                </a:moveTo>
                <a:lnTo>
                  <a:pt x="6976267" y="0"/>
                </a:lnTo>
                <a:lnTo>
                  <a:pt x="6976267" y="6279469"/>
                </a:lnTo>
                <a:lnTo>
                  <a:pt x="0" y="6279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47615" y="0"/>
            <a:ext cx="7255675" cy="6214231"/>
          </a:xfrm>
          <a:custGeom>
            <a:avLst/>
            <a:gdLst/>
            <a:ahLst/>
            <a:cxnLst/>
            <a:rect r="r" b="b" t="t" l="l"/>
            <a:pathLst>
              <a:path h="6214231" w="7255675">
                <a:moveTo>
                  <a:pt x="0" y="0"/>
                </a:moveTo>
                <a:lnTo>
                  <a:pt x="7255675" y="0"/>
                </a:lnTo>
                <a:lnTo>
                  <a:pt x="7255675" y="6214231"/>
                </a:lnTo>
                <a:lnTo>
                  <a:pt x="0" y="621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94571" y="6246380"/>
            <a:ext cx="4595062" cy="160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2"/>
              </a:lnSpc>
              <a:spcBef>
                <a:spcPct val="0"/>
              </a:spcBef>
            </a:pPr>
            <a:r>
              <a:rPr lang="en-US" sz="9566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module 2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5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33461" y="2564457"/>
            <a:ext cx="8821079" cy="7522962"/>
            <a:chOff x="0" y="0"/>
            <a:chExt cx="11761438" cy="100306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57150"/>
              <a:ext cx="11761438" cy="1345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19"/>
                </a:lnSpc>
              </a:pPr>
              <a:r>
                <a:rPr lang="en-US" sz="6399">
                  <a:solidFill>
                    <a:srgbClr val="FFFFFF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functioning of module 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461445"/>
              <a:ext cx="592596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4126403"/>
            <a:ext cx="7101553" cy="6160597"/>
          </a:xfrm>
          <a:custGeom>
            <a:avLst/>
            <a:gdLst/>
            <a:ahLst/>
            <a:cxnLst/>
            <a:rect r="r" b="b" t="t" l="l"/>
            <a:pathLst>
              <a:path h="6160597" w="7101553">
                <a:moveTo>
                  <a:pt x="0" y="0"/>
                </a:moveTo>
                <a:lnTo>
                  <a:pt x="7101553" y="0"/>
                </a:lnTo>
                <a:lnTo>
                  <a:pt x="7101553" y="6160597"/>
                </a:lnTo>
                <a:lnTo>
                  <a:pt x="0" y="6160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44081" y="4126403"/>
            <a:ext cx="6558525" cy="6305016"/>
          </a:xfrm>
          <a:custGeom>
            <a:avLst/>
            <a:gdLst/>
            <a:ahLst/>
            <a:cxnLst/>
            <a:rect r="r" b="b" t="t" l="l"/>
            <a:pathLst>
              <a:path h="6305016" w="6558525">
                <a:moveTo>
                  <a:pt x="0" y="0"/>
                </a:moveTo>
                <a:lnTo>
                  <a:pt x="6558525" y="0"/>
                </a:lnTo>
                <a:lnTo>
                  <a:pt x="6558525" y="6305016"/>
                </a:lnTo>
                <a:lnTo>
                  <a:pt x="0" y="630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86933" y="4126403"/>
            <a:ext cx="7532249" cy="6306829"/>
          </a:xfrm>
          <a:custGeom>
            <a:avLst/>
            <a:gdLst/>
            <a:ahLst/>
            <a:cxnLst/>
            <a:rect r="r" b="b" t="t" l="l"/>
            <a:pathLst>
              <a:path h="6306829" w="7532249">
                <a:moveTo>
                  <a:pt x="0" y="0"/>
                </a:moveTo>
                <a:lnTo>
                  <a:pt x="7532248" y="0"/>
                </a:lnTo>
                <a:lnTo>
                  <a:pt x="7532248" y="6306829"/>
                </a:lnTo>
                <a:lnTo>
                  <a:pt x="0" y="6306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58314" y="0"/>
            <a:ext cx="11844922" cy="10146061"/>
          </a:xfrm>
          <a:custGeom>
            <a:avLst/>
            <a:gdLst/>
            <a:ahLst/>
            <a:cxnLst/>
            <a:rect r="r" b="b" t="t" l="l"/>
            <a:pathLst>
              <a:path h="10146061" w="11844922">
                <a:moveTo>
                  <a:pt x="0" y="0"/>
                </a:moveTo>
                <a:lnTo>
                  <a:pt x="11844922" y="0"/>
                </a:lnTo>
                <a:lnTo>
                  <a:pt x="11844922" y="10146061"/>
                </a:lnTo>
                <a:lnTo>
                  <a:pt x="0" y="10146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3350" y="502941"/>
            <a:ext cx="7947452" cy="13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9"/>
              </a:lnSpc>
            </a:pPr>
            <a:r>
              <a:rPr lang="en-US" sz="5259" b="true">
                <a:solidFill>
                  <a:srgbClr val="975030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Classes &amp; Their Responsibilities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3350" y="1621954"/>
            <a:ext cx="6654907" cy="852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2"/>
              </a:lnSpc>
            </a:pP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📊 AnalyticsController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Handles analytics dashboard requests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Acts as the entry point for analytics operations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⚙️ AnalyticsService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Processes and analyzes energy usage data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Calculates totals, trends, and summaries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🗄️ AnalyticsRepository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Retrieves energy usage data from the database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Supports filtered and aggregated queries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📈 ChartGenerator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Converts analytical data into visual charts</a:t>
            </a:r>
          </a:p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Generates graphs for better data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B37D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517659" y="-3875958"/>
            <a:ext cx="10762893" cy="10287000"/>
          </a:xfrm>
          <a:prstGeom prst="rect">
            <a:avLst/>
          </a:prstGeom>
          <a:solidFill>
            <a:srgbClr val="803F2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1784" y="447674"/>
            <a:ext cx="7814667" cy="574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Why Analytics Dashboard is Needed?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Problem Without Analytics: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Raw energy data is difficult to interpret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No visibility into high-consumption rooms or blocks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Decision-making is manual and inaccurate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Solution with Analytics Dashboard: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Converts usage data into visual insights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Helps identify wastage patterns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Enables data-driven energy management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45234" y="6411042"/>
            <a:ext cx="10762893" cy="10287000"/>
          </a:xfrm>
          <a:prstGeom prst="rect">
            <a:avLst/>
          </a:prstGeom>
          <a:solidFill>
            <a:srgbClr val="803F22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0909251" y="185737"/>
            <a:ext cx="6350049" cy="574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Input to Analytics Dashboard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 Sources: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Energy usage data from Module 3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Device details from Module 2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User roles from Module 1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Input Type: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Device ID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Timestamp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Power consumption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Usage duration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1784" y="6638924"/>
            <a:ext cx="7819069" cy="364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Output of Analytics Dashboard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9F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Dashboard Displays: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Total energy consumed (kWh)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Daily energy usage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Monthly consumption trend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Active vs inactive devices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50111" y="6661785"/>
            <a:ext cx="283416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Main Classes: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AnalyticsController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AnalyticsService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AnalyticsRepository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9F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ChartGenerator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1242" y="3766975"/>
            <a:ext cx="10665516" cy="2601243"/>
            <a:chOff x="0" y="0"/>
            <a:chExt cx="14220688" cy="34683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4220688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sz="9600" b="true">
                  <a:solidFill>
                    <a:srgbClr val="975030"/>
                  </a:solidFill>
                  <a:latin typeface="Cormorant Garamond Bold"/>
                  <a:ea typeface="Cormorant Garamond Bold"/>
                  <a:cs typeface="Cormorant Garamond Bold"/>
                  <a:sym typeface="Cormorant Garamond Bold"/>
                </a:rPr>
                <a:t>thankyou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96277" y="2899152"/>
              <a:ext cx="132281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449800" y="94011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03F2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DAG9o34Ykdk</dc:identifier>
  <dcterms:modified xsi:type="dcterms:W3CDTF">2011-08-01T06:04:30Z</dcterms:modified>
  <cp:revision>1</cp:revision>
  <dc:title>Cream and Brown Simple Sales Marketing Presentation</dc:title>
</cp:coreProperties>
</file>